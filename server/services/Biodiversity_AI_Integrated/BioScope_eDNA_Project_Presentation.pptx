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BioScope: AI-Based eDNA Biodiversity Monitoring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Universal Species Detection &amp; Ecosystem Intelligence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Environmental DNA (eDNA) is genetic material collected from water, soil, or air.</a:t>
            </a:r>
          </a:p>
          <a:p>
            <a:pPr>
              <a:defRPr sz="2000"/>
            </a:pPr>
            <a:r>
              <a:t>Allows species detection without capturing animals.</a:t>
            </a:r>
          </a:p>
          <a:p>
            <a:pPr>
              <a:defRPr sz="2000"/>
            </a:pPr>
            <a:r>
              <a:t>AI models help analyze DNA sequences quickly.</a:t>
            </a:r>
          </a:p>
          <a:p>
            <a:pPr>
              <a:defRPr sz="2000"/>
            </a:pPr>
            <a:r>
              <a:t>Goal: Build an intelligent biodiversity monitoring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Traditional biodiversity surveys are slow and expensive.</a:t>
            </a:r>
          </a:p>
          <a:p>
            <a:pPr>
              <a:defRPr sz="2000"/>
            </a:pPr>
            <a:r>
              <a:t>Rare species are often missed during field surveys.</a:t>
            </a:r>
          </a:p>
          <a:p>
            <a:pPr>
              <a:defRPr sz="2000"/>
            </a:pPr>
            <a:r>
              <a:t>Genomic tools lack visualization and mapping platforms.</a:t>
            </a:r>
          </a:p>
          <a:p>
            <a:pPr>
              <a:defRPr sz="2000"/>
            </a:pPr>
            <a:r>
              <a:t>Invasive species are detected too late.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BioScope platform analyzes environmental DNA using AI.</a:t>
            </a:r>
          </a:p>
          <a:p>
            <a:pPr>
              <a:defRPr sz="2000"/>
            </a:pPr>
            <a:r>
              <a:t>Automatically identifies species from DNA sequences.</a:t>
            </a:r>
          </a:p>
          <a:p>
            <a:pPr>
              <a:defRPr sz="2000"/>
            </a:pPr>
            <a:r>
              <a:t>Provides biodiversity dashboards and ecosystem insights.</a:t>
            </a:r>
          </a:p>
          <a:p>
            <a:pPr>
              <a:defRPr sz="2000"/>
            </a:pPr>
            <a:r>
              <a:t>Detects rare and invasive species early.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Environmental DNA samples collected from nature.</a:t>
            </a:r>
          </a:p>
          <a:p>
            <a:pPr>
              <a:defRPr sz="2000"/>
            </a:pPr>
            <a:r>
              <a:t>AI engine processes genomic sequence data.</a:t>
            </a:r>
          </a:p>
          <a:p>
            <a:pPr>
              <a:defRPr sz="2000"/>
            </a:pPr>
            <a:r>
              <a:t>Species identified using similarity matching.</a:t>
            </a:r>
          </a:p>
          <a:p>
            <a:pPr>
              <a:defRPr sz="2000"/>
            </a:pPr>
            <a:r>
              <a:t>Results stored in biodiversity database.</a:t>
            </a:r>
          </a:p>
          <a:p>
            <a:pPr>
              <a:defRPr sz="2000"/>
            </a:pPr>
            <a:r>
              <a:t>Analytics dashboard displays insights.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Species Detection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DNA sequence input (ATCG format).</a:t>
            </a:r>
          </a:p>
          <a:p>
            <a:pPr>
              <a:defRPr sz="2000"/>
            </a:pPr>
            <a:r>
              <a:t>DNABERT‑2 converts sequences into 768‑dimensional embeddings.</a:t>
            </a:r>
          </a:p>
          <a:p>
            <a:pPr>
              <a:defRPr sz="2000"/>
            </a:pPr>
            <a:r>
              <a:t>KNN classifier compares embeddings with reference database.</a:t>
            </a:r>
          </a:p>
          <a:p>
            <a:pPr>
              <a:defRPr sz="2000"/>
            </a:pPr>
            <a:r>
              <a:t>Predicted species returned with confidence score.</a:t>
            </a:r>
          </a:p>
          <a:p>
            <a:pPr>
              <a:defRPr sz="2000"/>
            </a:pPr>
            <a:r>
              <a:t>Low confidence predictions marked as inconclusive.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Biodiversity Monitoring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Interactive dashboard for biodiversity insights.</a:t>
            </a:r>
          </a:p>
          <a:p>
            <a:pPr>
              <a:defRPr sz="2000"/>
            </a:pPr>
            <a:r>
              <a:t>GIS mapping of species distribution.</a:t>
            </a:r>
          </a:p>
          <a:p>
            <a:pPr>
              <a:defRPr sz="2000"/>
            </a:pPr>
            <a:r>
              <a:t>Biodiversity metrics such as Shannon and Simpson index.</a:t>
            </a:r>
          </a:p>
          <a:p>
            <a:pPr>
              <a:defRPr sz="2000"/>
            </a:pPr>
            <a:r>
              <a:t>Alerts for invasive or endangered species.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Architecture</a:t>
            </a:r>
          </a:p>
        </p:txBody>
      </p:sp>
      <p:pic>
        <p:nvPicPr>
          <p:cNvPr id="3" name="Picture 2" descr="0ffd783e-6a7c-4155-8b60-ac2681f1cc8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9518754" cy="2743200"/>
          </a:xfrm>
          <a:prstGeom prst="rect">
            <a:avLst/>
          </a:prstGeom>
        </p:spPr>
      </p:pic>
      <p:pic>
        <p:nvPicPr>
          <p:cNvPr id="4" name="Picture 3" descr="34b444df-d130-4835-8c6f-a51c547a6f29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371600"/>
            <a:ext cx="9324622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420624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AI DNA Classification Pipeline and BioScope Monitoring Pipeline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Fast species identification using AI.</a:t>
            </a:r>
          </a:p>
          <a:p>
            <a:pPr>
              <a:defRPr sz="2000"/>
            </a:pPr>
            <a:r>
              <a:t>Offline analysis possible on standard computers.</a:t>
            </a:r>
          </a:p>
          <a:p>
            <a:pPr>
              <a:defRPr sz="2000"/>
            </a:pPr>
            <a:r>
              <a:t>Real-time biodiversity monitoring dashboard.</a:t>
            </a:r>
          </a:p>
          <a:p>
            <a:pPr>
              <a:defRPr sz="2000"/>
            </a:pPr>
            <a:r>
              <a:t>Early detection of invasive species.</a:t>
            </a:r>
          </a:p>
          <a:p>
            <a:pPr>
              <a:defRPr sz="2000"/>
            </a:pPr>
            <a:r>
              <a:t>Supports conservation decision making.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Combines AI, genomics, and ecology for biodiversity monitoring.</a:t>
            </a:r>
          </a:p>
          <a:p>
            <a:pPr>
              <a:defRPr sz="2000"/>
            </a:pPr>
            <a:r>
              <a:t>Provides faster and more accurate species detection.</a:t>
            </a:r>
          </a:p>
          <a:p>
            <a:pPr>
              <a:defRPr sz="2000"/>
            </a:pPr>
            <a:r>
              <a:t>Future integration with global DNA databases.</a:t>
            </a:r>
          </a:p>
          <a:p>
            <a:pPr>
              <a:defRPr sz="2000"/>
            </a:pPr>
            <a:r>
              <a:t>Mobile tools for field researchers with GPS tagging.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